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24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two rows of logos: top the three regulators (EU AI Act, DORA, FCA), bottom the three tools (garak, AgentDojo, PyRIT). Land the line: you're probably already doing the red-teaming, you're just not producing the evidence. This is the Phase 5 sequel to the four-phase app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DORA applicable Jan 2025; FCA transition closed Mar 2025; EU AI Act robustness/cybersecurity for high-risk on the same timeline. The shift is from running attacks to operating a control. Pause on 'you're just not producing the evidence.'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W&amp;B framing. The engine we built is the Assess stage of a wider review gate. Saying that out loud keeps us honest: automation does not replace human review or legal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15(4) covers feedback loops; 15(5) is the cybersecurity/adversarial half. Art. 55 reaches systemic-risk GPAI from a second direction. Flag the word 'document' — it pays off on the artifact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before the audience is: CI is continuous assurance between formal TLPT exercises. The third-party point is the one people forget — Bedrock is in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bridge to the gate. Land the sentence 'impact tolerance is just a maximum attack-success rate' and the architecture feels inevitable.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toolkit maps NIST AI RMF and EU AI Act onto a shared MIT-based risk taxonomy. Same idea here: one finding, many lenses. Our compliance.py encodes EU AI Act/DORA/FCA; NIST and MIT are the obvious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garak and PyRIT they may know; AgentDojo is usually the unknown — and it ships as an Inspect eval, so it plugs into the earlier evaluation phases. It was extended by US AISI with UK AISI (verify against current inspect_evals docs).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PyRIT is not new here. Two traps: v0.13 renamed the core abstractions, and the outcome inversion — SUCCESS = refusal detected. This inversion produced Phase 4's headline finding; plant it now, it pays off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right. A trigger fans out to three independent stages, each emitting findings in one shape — ProbeResult(category, attempts, hits). That normalisation is the quiet hero: the mapper and gate never need to know which tool a finding came from, which makes adding a fourth tool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row from an FCA self-assessment next to the DEFAULT_TOLERANCES dict — same concept, one prose, one enforced. Override per run with --fail-under category=rate.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Control literal and the not_evidenced branch. Then the payoff for Art. 55: the artifact this produces is the documentation the regulation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review gate is Intake, Scope, Assess, Probe, Decide. We automate Assess. Being explicit about what is NOT automated — intake, risk scoping, human probing — is what makes the talk credible to a governance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non-zero exit land before explaining it. A failing demo is the point — the gate is doing its job. Then open the Markdown artifact: cat .safety_outputs/st-*.md. The arc: Phase 4 found a subtle failure by hand; Phase 5 catches it and documents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point: a decision package, not a score. Our Markdown artifact is the lightweight version and doubles as an FCA self-assessment. Position Weave as the production upgrade path for the evidence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→ Pre-deploy → Production is the W&amp;B three-stage view. We own the middle. The feedback loop and the Bedrock port are the concrete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takeaway 2: your regulator does not want your scan, they want your gate. Then Q&amp;A — keep to five minutes, offer to continue offline. Resources: the repo docs plus the W&amp;B e-book the governance framing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411480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72984" y="411480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0728" y="411480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48472" y="411480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86216" y="411480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823960" y="411480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635240" y="649224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872984" y="649224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110728" y="649224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348472" y="649224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86216" y="649224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23960" y="649224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635240" y="886968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72984" y="886968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110728" y="886968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48472" y="886968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86216" y="886968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23960" y="886968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635240" y="1124712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872984" y="1124712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110728" y="1124712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348472" y="1124712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586216" y="1124712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823960" y="1124712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02920" y="1417320"/>
            <a:ext cx="822960" cy="82296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55064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292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ENGINE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" y="267004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Safety &amp; Trust Engine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02920" y="3584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red-teaming as a compliance gate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2920" y="4078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· AgentDojo · PyRIT</a:t>
            </a:r>
            <a:pPr indent="0" marL="0">
              <a:buNone/>
            </a:pPr>
            <a:r>
              <a:rPr lang="en-US" sz="12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· DORA · FCA Operational Resilience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 — Senior AI/ML Engineer · 45-minute technical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WHY NOW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testing became a legal obligation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04088" y="159105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Jan 2025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04088" y="21396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" y="241401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applicable across EU financial entities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3552" y="141732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474720" y="159105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Mar 2025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74720" y="21396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PS21/3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241401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operational-resilience transition period closed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44184" y="141732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45352" y="159105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15 / 55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245352" y="21396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45352" y="241401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robustness, cybersecurity &amp; documented red-teaming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200400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77240" y="33467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regulators, one shared demand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that is repeatable, evidenced, and remediated. Most teams already run the attacks — a notebook, a one-off run, a screenshot. None of that is evidence. The gap this engine closes is turning red-teaming into something you can prove, on every commit.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one-off scan to a review gate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 red-team is a photograph. Compliance needs a CCTV feed — a review gate that connects three things into one durable record: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04088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263140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evidence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4088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probes, scores and traces — the inputs, outputs and results behind each finding.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73552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74720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2263140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expert can probe the same system and pin concerning behaviour as a finding.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44184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45352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2263140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45352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record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45352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request changes — with rationale, remediation and evidence links.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4078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is the automated heart of that gate — extracted from the app's Phase 5 into its own standalone repo.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444398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1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— Article 15 (and 55)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15(1)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accuracy, robustness and cybersecurity, consistent across the lifecycle.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15(5)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against unauthorised third parties exploiting vulnerabilities — incl. data poisoning and adversarial inputs.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55(1)(a)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 with systemic risk must conduct and document adversarial testing (red-teaming).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“document” is the hook — our evidence artifact is that documentation.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2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 — testing and third-party pillars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24–25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resilience testing: vulnerability assessments, independent testers, all critical tools tested ≥ annually.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26–27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Threat-led penetration testing (TLPT) ≥ every 3 years, simulating real-world threat actors.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28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third-party risk — AWS Bedrock is an ICT third party, in scope of testing and the register.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CI run is continuous assurance — not a substitute for formal TLPT.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3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FCA PS21/3 — operational resilience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business service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dependency of an important business service whose disruption can cause intolerable harm.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tolerance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tolerable disruption — tested under severe-but-plausible scenarios.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record evidencing resilience and remediation.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tolerance is just a maximum acceptable attack-success rate.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PRINCIPLE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evidence, multiple regulatory lenses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red-team finding is mapped to a control. The same finding can satisfy several regimes at once — you gather evidence once and read it through multiple lenses.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54680" y="21488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154680" y="2148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 probe → hit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flipH="1">
            <a:off x="1298448" y="2807208"/>
            <a:ext cx="3273552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9496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9496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9496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15(5)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 flipH="1">
            <a:off x="2935224" y="2807208"/>
            <a:ext cx="1636776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176272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176272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176272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24–25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2807208"/>
            <a:ext cx="0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813048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813048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813048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tolerance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0" y="2807208"/>
            <a:ext cx="1636776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449824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49824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49824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2.7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0" y="2807208"/>
            <a:ext cx="3273552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086600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086600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AI Risk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086600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Misuse / security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42611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 today: </a:t>
            </a:r>
            <a:pPr indent="0" marL="0"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· DORA · FCA.  </a:t>
            </a:r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and the MIT AI Risk Repository are the natural next lenses.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45354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red-team libraries, three blind spots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4475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60934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1732788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7160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7007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200400" y="1700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15361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endpoint scanning — the pre-deploy “nmap for LLMs.”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40487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85800" y="256946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269290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514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AgentDojo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37160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266090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3200400" y="26609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Tool-aware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26280" y="24963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through untrusted tool data — the agent-specific threat.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336499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85800" y="352958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653028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PyRIT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37160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6210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3200400" y="36210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26280" y="34564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Orchestrated, stateful attack campaigns — decoupled; red-team an agent via an injected target.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passes a garak scan can still be hijacked through a tool result, or coerced over several turns. No single tool is enough.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OWN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PyRIT carry-over, decoupled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wholesale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56816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AgentFrameworkTarget(PromptTarget)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~20 lines of PyRIT-specific code we own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PromptSendingAttack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SelfAskRefusalScorer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target_factory to red-team any agent — the rest is unchanged.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937760" y="1682496"/>
            <a:ext cx="457200" cy="457200"/>
          </a:xfrm>
          <a:prstGeom prst="ellipse">
            <a:avLst/>
          </a:prstGeom>
          <a:solidFill>
            <a:srgbClr val="C98A2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93776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that carries over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SelfAskRefusalScorer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 the refusal was detected.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agent behaving well — not a jailbreak.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normalises a “hit” as a non-refusal.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stages → mapper → gate</a:t>
            </a:r>
            <a:endParaRPr lang="en-US" sz="2700" dirty="0"/>
          </a:p>
        </p:txBody>
      </p:sp>
      <p:pic>
        <p:nvPicPr>
          <p:cNvPr id="6" name="Image 1" descr="/home/claude/deck/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804672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tolerance, made numeric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probe category carries a maximum acceptable attack-success rate (ASR). The build fails if any category exceeds it — stricter where the blast radius is larger.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FCA impact tolerance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attack-success rate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same control, executable in CI.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40680" y="1124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DEFAULT_TOLERANCES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40680" y="141732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605272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harmful_action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91272" y="1490472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912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1911096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605272" y="1911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tool_injection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91272" y="1984248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891272" y="198424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40680" y="2404872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605272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data_leakage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91272" y="2478024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891272" y="247802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40680" y="2898648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05272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91272" y="2971800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891272" y="297180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40680" y="3392424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605272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prompt_injection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91272" y="3465576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891272" y="346557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40680" y="38862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05272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toxicity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891272" y="3959352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891272" y="395935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mapping in code — compliance.py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4800600" cy="2788920"/>
          </a:xfrm>
          <a:prstGeom prst="roundRect">
            <a:avLst>
              <a:gd name="adj" fmla="val 2623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58952" y="1664208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regulation="EU AI Act",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ref="Art. 15(5)",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stages=(GARAK, AGENTDOJO, PYRIT),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categories=("prompt_injection",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"tool_injection", "jailbreak"),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577840" y="146304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760720" y="1645920"/>
            <a:ext cx="420624" cy="420624"/>
          </a:xfrm>
          <a:prstGeom prst="ellipse">
            <a:avLst/>
          </a:prstGeom>
          <a:solidFill>
            <a:srgbClr val="2E9A66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17419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648" y="15361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every evidencing stage ran and stayed within tolerance.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77840" y="237744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760720" y="2560320"/>
            <a:ext cx="420624" cy="420624"/>
          </a:xfrm>
          <a:prstGeom prst="ellipse">
            <a:avLst/>
          </a:prstGeom>
          <a:solidFill>
            <a:srgbClr val="C98A22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65633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24505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not_evidenced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stage was skipped — never silently “pass.”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577840" y="32918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5779008" y="341985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Phase-3 guard, again: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you didn’t test must never render as one you passed.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ENGINE SITS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review gate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3949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4241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4241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949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profile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2082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18541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68833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68833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8541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4028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· datasets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6674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83133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E7C6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334256" y="19659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33425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83133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8620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· scorers · policy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1266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7725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98017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98017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47725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3212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5858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712317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62609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62609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12317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17804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record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345643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77240" y="3456432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automates stage 3 (Assess) and feeds stage 5 (Decide).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Scope and human Probe are the governance wrapper around it — people and policy, not code.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02920" y="43708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2BB89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blocks a merge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074920" cy="3291840"/>
          </a:xfrm>
          <a:prstGeom prst="roundRect">
            <a:avLst>
              <a:gd name="adj" fmla="val 1667"/>
            </a:avLst>
          </a:prstGeom>
          <a:solidFill>
            <a:srgbClr val="07211D"/>
          </a:solidFill>
          <a:ln w="12700">
            <a:solidFill>
              <a:srgbClr val="0B5F4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1481328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safety-engine --demo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[garak    ] ran: 5 probes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[agentdojo] ran: 4 probes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[pyrit    ] ran: 4 probes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tolerance gate: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  ] data_leakage      5%  (tol 5%)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  ] jailbreak         5%  (tol 10%)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[FAIL] prompt_injection 15%  (tol 10%)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[FAIL] tool_injection   13%  (tol 5%)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Overall: FAIL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exit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3212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finding, brought forward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17556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category is prompt_injection — the same delayed-compliance case a human would surface only by hand: the agent refuses, then appends an override to a tool argument.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12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finds it once.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catches it for you — and proves you caught it.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as a decision package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not just pass or fail. Each run writes a decision package the app team can act on and the governance team can revisit.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9224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request changes · reject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9464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715768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gate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15768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ASR vs tolerance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36008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82312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82312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status per regime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02552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848856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48856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breaching controls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346704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77240" y="3346704"/>
            <a:ext cx="7589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JSON + Markdown artifact in runs/.   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record like W&amp;B Weave — traces, scorer evidence, release comparisons and production monitoring in one place.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4256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0292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traces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71800" y="2125980"/>
            <a:ext cx="365760" cy="0"/>
          </a:xfrm>
          <a:prstGeom prst="line">
            <a:avLst/>
          </a:prstGeom>
          <a:noFill/>
          <a:ln w="31750">
            <a:solidFill>
              <a:srgbClr val="D5E7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0E7C6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33756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Pre-deployment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3756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(today)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125980"/>
            <a:ext cx="365760" cy="0"/>
          </a:xfrm>
          <a:prstGeom prst="line">
            <a:avLst/>
          </a:prstGeom>
          <a:noFill/>
          <a:ln w="31750">
            <a:solidFill>
              <a:srgbClr val="D5E7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17220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+ drift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2788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traces feed back as new evaluation rows, new probes, and triggers for reassessment — the same evidence loop, running after deployment.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85800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625596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16152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target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85800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provider to PYRIT_BUILDABLE_PROVIDERS or inject a target_factory; only the LIVE SEAM changes.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73552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3456432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444" y="3625596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86784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probe stage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456432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reviewer-pinned findings to the decision record.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44184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6227064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3625596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57416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lenses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227064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NIST AI RMF and MIT AI Risk categories into the mapper.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023360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57784" y="4023360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95528" y="4023360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33272" y="4023360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71016" y="4023360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08760" y="4023360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" y="4261104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57784" y="4261104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95528" y="4261104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33272" y="4261104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271016" y="4261104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08760" y="4261104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" y="4498848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57784" y="4498848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5528" y="4498848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33272" y="4498848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271016" y="4498848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508760" y="4498848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0040" y="4736592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57784" y="4736592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95528" y="4736592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33272" y="4736592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271016" y="4736592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508760" y="4736592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52728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Red-teaming is now regulated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52728" y="11978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DORA and FCA all demand repeatable, documented adversarial testing — one control, three vocabularies.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1847088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52728" y="18013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gate, not the scan, is the deliverable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252728" y="2130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produces findings; an engine produces a verdict, an audit artifact, and a remediation list.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2779776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0292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252728" y="27340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tools, three blind spots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252728" y="3063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for breadth, AgentDojo for tool injection, PyRIT for multi-turn — each catches what the others miss.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3822192"/>
            <a:ext cx="8138160" cy="0"/>
          </a:xfrm>
          <a:prstGeom prst="line">
            <a:avLst/>
          </a:prstGeom>
          <a:noFill/>
          <a:ln w="12700">
            <a:solidFill>
              <a:srgbClr val="0B5F4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02920" y="39684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 </a:t>
            </a:r>
            <a:pPr indent="0" marL="0">
              <a:buNone/>
            </a:pPr>
            <a:r>
              <a:rPr lang="en-US" sz="10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docs/REGULATORY_RESEARCH.md · docs/pipeline.svg · docs/safety_trust_engine_cicd_pipeline.svg · .github/workflows/safety-trust.yml · docs/HANDOVER.md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 — Senior AI/ML Engineer        Questions?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now runs end-to-end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4475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60934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732788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garak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7160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7007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200400" y="1700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engine= routing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15361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 blocks DAN (jailbreak 0%); base64 bypasses ~60% → gate FAIL.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40487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85800" y="256946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269290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514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AgentDojo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37160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266090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3200400" y="26609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ingest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26280" y="24963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injection_task_scorer parsed from a real .eval; ingest pre-run logs via --agentdojo-logs.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336499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85800" y="352958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653028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37160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6210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3200400" y="36210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26280" y="34564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safety-gate blocks a PR on any tolerance breach; lint+test + nightly live. CI green.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latent false-PASS bugs (zstd .eval container, inverted score polarity) caught only by checking against real tool output — fixed and tested.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Safety &amp; Trust Engine</dc:title>
  <dc:subject>PptxGenJS Presentation</dc:subject>
  <dc:creator>Juan Salvador Huertas Romero</dc:creator>
  <cp:lastModifiedBy>Juan Salvador Huertas Romero</cp:lastModifiedBy>
  <cp:revision>1</cp:revision>
  <dcterms:created xsi:type="dcterms:W3CDTF">2026-06-12T08:36:40Z</dcterms:created>
  <dcterms:modified xsi:type="dcterms:W3CDTF">2026-06-12T08:36:40Z</dcterms:modified>
</cp:coreProperties>
</file>