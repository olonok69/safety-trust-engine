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4973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two rows of logos: top the three regulators (EU AI Act, DORA, FCA), bottom the three tools (garak, AgentDojo, PyRIT). Land the line: you're probably already doing the red-teaming, you're just not producing the evidence. This is the Phase 5 sequel to the four-phase app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DORA applicable Jan 2025; FCA transition closed Mar 2025; EU AI Act robustness/cybersecurity for high-risk on the same timeline. The shift is from running attacks to operating a control. Pause on 'you're just not producing the evidence.'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W&amp;B framing. The engine we built is the Assess stage of a wider review gate. Saying that out loud keeps us honest: automation does not replace human review or legal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Art. 15(4) covers feedback loops; 15(5) is the cybersecurity/adversarial half. Art. 55 reaches systemic-risk GPAI from a second direction. Flag the word 'document' — it pays off on the artifact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before the audience is: CI is continuous assurance between formal TLPT exercises. The third-party point is the one people forget — Bedrock is in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conceptual bridge to the gate. Land the sentence 'impact tolerance is just a maximum attack-success rate' and the architecture feels inevitable.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W&amp;B's toolkit maps NIST AI RMF and EU AI Act onto a shared MIT-based risk taxonomy. Same idea here: one finding, many lenses. Our compliance.py encodes EU AI Act/DORA/FCA; NIST and MIT are the obvious extensions.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garak and PyRIT they may know; AgentDojo is usually the unknown — and it ships as an Inspect eval, so it plugs into the earlier evaluation phases. It was extended by US AISI with UK AISI (verify against current inspect_evals docs).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PyRIT is not new here. Two traps: v0.13 renamed the core abstractions, and the outcome inversion — SUCCESS = refusal detected. This inversion produced Phase 4's headline finding; plant it now, it pays off in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right. A trigger fans out to three independent stages, each emitting findings in one shape — ProbeResult(category, attempts, hits). That normalisation is the quiet hero: the mapper and gate never need to know which tool a finding came from, which makes adding a fourth tool cheap.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row from an FCA self-assessment next to the DEFAULT_TOLERANCES dict — same concept, one prose, one enforced. Override per run with --fail-under category=rate.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one Control literal and the not_evidenced branch. Then the payoff for Art. 55: the artifact this produces is the documentation the regulation asks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W&amp;B's review gate is Intake, Scope, Assess, Probe, Decide. We automate Assess. Being explicit about what is NOT automated — intake, risk scoping, human probing — is what makes the talk credible to a governance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non-zero exit land before explaining it. A failing demo is the point — the gate is doing its job. Then open the Markdown artifact: cat .safety_outputs/st-*.md. The arc: Phase 4 found a subtle failure by hand; Phase 5 catches it and documents it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W&amp;B's point: a decision package, not a score. Our Markdown artifact is the lightweight version and doubles as an FCA self-assessment. Position Weave as the production upgrade path for the evidence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 → Pre-deploy → Production is the W&amp;B three-stage view. We own the middle. The feedback loop and the Bedrock port are the concrete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takeaway 2: your regulator does not want your scan, they want your gate. Then Q&amp;A — keep to five minutes, offer to continue offline. Resources: the repo docs plus the W&amp;B e-book the governance framing came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image" Target="../media/image5.png"/><Relationship Id="rId6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35240" y="411480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7872984" y="411480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8110728" y="411480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348472" y="411480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586216" y="411480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823960" y="411480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7635240" y="649224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872984" y="649224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110728" y="649224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348472" y="649224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8586216" y="649224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823960" y="649224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7635240" y="886968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7872984" y="886968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110728" y="886968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348472" y="886968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586216" y="886968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8823960" y="886968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635240" y="1124712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872984" y="1124712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8110728" y="1124712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348472" y="1124712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586216" y="1124712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8823960" y="1124712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502920" y="1417320"/>
            <a:ext cx="822960" cy="82296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1655064"/>
            <a:ext cx="347472" cy="347472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50292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ENGINE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02920" y="2670048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Safety &amp; Trust Engine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502920" y="35844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red-teaming as a compliance gate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02920" y="40782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garak · AgentDojo · PyRIT    |    NIST AI RMF · Federal MRM (SR 26-02)</a:t>
            </a:r>
            <a:r>
              <a:rPr lang="en-US" sz="12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502920" y="45720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Salvador Huertas Romero — Senior AI/ML Engineer · 45-minute technical session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· WHY NOW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Adversarial testing is now an exam-ready expectation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12064" y="1163901"/>
            <a:ext cx="2587752" cy="1807899"/>
          </a:xfrm>
          <a:prstGeom prst="roundRect">
            <a:avLst>
              <a:gd name="adj" fmla="val 470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04088" y="1276241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 Jul 2024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49808" y="177524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600-1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04088" y="2084831"/>
            <a:ext cx="2258568" cy="787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Profile — red-team as pre-deploy MEASURE  https://nvlpubs.nist.gov/nistpubs/ai/NIST.AI.600-1.pdf</a:t>
            </a: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/>
            </a: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73552" y="1170432"/>
            <a:ext cx="2587752" cy="1801368"/>
          </a:xfrm>
          <a:prstGeom prst="roundRect">
            <a:avLst>
              <a:gd name="adj" fmla="val 470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3474720" y="1276241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Apr 2026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474720" y="1776549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26-02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474720" y="2063277"/>
            <a:ext cx="2185416" cy="851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 interagency MRM guidance (Fed / OCC / FDIC)  https://www.federalreserve.gov/supervisionreg/srletters/SR2602.pdf</a:t>
            </a: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/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044184" y="1170432"/>
            <a:ext cx="2587752" cy="1801368"/>
          </a:xfrm>
          <a:prstGeom prst="roundRect">
            <a:avLst>
              <a:gd name="adj" fmla="val 470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15" name="Text 12"/>
          <p:cNvSpPr/>
          <p:nvPr/>
        </p:nvSpPr>
        <p:spPr>
          <a:xfrm>
            <a:off x="6245352" y="1273629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 2.6–2.7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181344" y="1779161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194407" y="2090382"/>
            <a:ext cx="2300369" cy="703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Misuse, security &amp; resilience evaluated and documented 
https://www.nist.gov/itl/ai-risk-management-framework</a:t>
            </a: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/>
            </a:r>
            <a:endParaRPr lang="en-US" sz="1150" dirty="0">
              <a:solidFill>
                <a:srgbClr val="4F6B6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</a:p>
        </p:txBody>
      </p:sp>
      <p:sp>
        <p:nvSpPr>
          <p:cNvPr id="18" name="Shape 15"/>
          <p:cNvSpPr/>
          <p:nvPr/>
        </p:nvSpPr>
        <p:spPr>
          <a:xfrm>
            <a:off x="502920" y="3200400"/>
            <a:ext cx="8138160" cy="1298448"/>
          </a:xfrm>
          <a:prstGeom prst="roundRect">
            <a:avLst>
              <a:gd name="adj" fmla="val 5634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777240" y="334670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US lenses, one shared demand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77240" y="365760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testing that is repeatable, evidenced, and remediated. NIST is voluntary guidance; federal MRM is supervisory (GenAI often by analogy under SR 26-02). The gap this engine closes is turning red-teaming into something you can prove, on every commit — with binding honesty in the artifact.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one-off scan to a review gate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one-off red-team is a photograph. Compliance needs a CCTV feed — a review gate that connects three things into one durable record: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965960"/>
            <a:ext cx="2587752" cy="1874520"/>
          </a:xfrm>
          <a:prstGeom prst="roundRect">
            <a:avLst>
              <a:gd name="adj" fmla="val 39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704088" y="2157984"/>
            <a:ext cx="457200" cy="45720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2263140"/>
            <a:ext cx="246888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4088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evidence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04088" y="3035808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probes, scores and traces — the inputs, outputs and results behind each finding.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73552" y="1965960"/>
            <a:ext cx="2587752" cy="1874520"/>
          </a:xfrm>
          <a:prstGeom prst="roundRect">
            <a:avLst>
              <a:gd name="adj" fmla="val 39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3474720" y="2157984"/>
            <a:ext cx="457200" cy="45720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9876" y="226314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474720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judgment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474720" y="3035808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 expert can probe the same system and pin concerning behaviour as a finding.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044184" y="1965960"/>
            <a:ext cx="2587752" cy="1874520"/>
          </a:xfrm>
          <a:prstGeom prst="roundRect">
            <a:avLst>
              <a:gd name="adj" fmla="val 39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3"/>
          <p:cNvSpPr/>
          <p:nvPr/>
        </p:nvSpPr>
        <p:spPr>
          <a:xfrm>
            <a:off x="6245352" y="2157984"/>
            <a:ext cx="457200" cy="45720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508" y="2263140"/>
            <a:ext cx="246888" cy="2468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245352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record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6245352" y="3035808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reject, or request changes — with rationale, remediation and evidence links.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02920" y="40782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engine is the automated heart of that gate — extracted from the app's Phase 5 into its own standalone repo.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02920" y="444398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24" name="Text 1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5" name="Text 1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BACKDROP · 1 OF 3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NIST AI RMF — MEASURE (and AI 600-1)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667512" y="161848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67512" y="16184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2.6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2148840" y="15544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 evaluated for potential for misuse and abuse.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67512" y="2514600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67512" y="251460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2.7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148840" y="245059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 security and resilience are evaluated and documented.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667512" y="3410712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667512" y="34107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600-1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2148840" y="33467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Profile: pre-deployment red-teaming for GenAI information-security risks.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4187952"/>
            <a:ext cx="8138160" cy="502920"/>
          </a:xfrm>
          <a:prstGeom prst="rect">
            <a:avLst/>
          </a:prstGeom>
          <a:solidFill>
            <a:srgbClr val="0B2E29"/>
          </a:solidFill>
          <a:ln/>
        </p:spPr>
        <p:txBody>
          <a:bodyPr wrap="square" lIns="1524" tIns="1524" rIns="1524" bIns="1524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translation:  binding = guidance — voluntary NIST, not certification. The artifact is the documentation.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BACKDROP · 2 OF 3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Federal MRM — validation and monitoring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667512" y="161848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67512" y="16184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26-02 validation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2148840" y="15544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validation / effective challenge: outcomes analysis via adversarial testing.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67512" y="2514600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67512" y="251460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26-02 monitoring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148840" y="245059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monitoring: repeatable adversarial gate in CI with numeric ASR tolerances.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667512" y="3410712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667512" y="34107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model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2148840" y="33467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/ hosted model provider recorded in the artifact and kept in testing scope.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4187952"/>
            <a:ext cx="8138160" cy="502920"/>
          </a:xfrm>
          <a:prstGeom prst="rect">
            <a:avLst/>
          </a:prstGeom>
          <a:solidFill>
            <a:srgbClr val="0B2E29"/>
          </a:solidFill>
          <a:ln/>
        </p:spPr>
        <p:txBody>
          <a:bodyPr wrap="square" lIns="1524" tIns="1524" rIns="1524" bIns="1524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translation:  continuous CI assurance ≠ formal exam exercise; GenAI is supervisory analogy under SR 26-02.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BACKDROP · 3 OF 3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Federal MRM — documentation &amp; decision package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667512" y="161848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67512" y="16184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Model-risk file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2148840" y="15544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gate’s JSON + Markdown artifact is the validation-and-documentation evidence a model-risk reviewer asks for.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67512" y="2514600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67512" y="251460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ASR gate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148840" y="245059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acceptable attack-success rate per category — same mechanic, US vocabulary.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667512" y="3410712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667512" y="34107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2148840" y="33467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Satisfied by the consolidated evidence artifact (binding: supervisory).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4187952"/>
            <a:ext cx="8138160" cy="502920"/>
          </a:xfrm>
          <a:prstGeom prst="rect">
            <a:avLst/>
          </a:prstGeom>
          <a:solidFill>
            <a:srgbClr val="0B2E29"/>
          </a:solidFill>
          <a:ln/>
        </p:spPr>
        <p:txBody>
          <a:bodyPr wrap="square" lIns="1524" tIns="1524" rIns="1524" bIns="1524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translation:  keep binding honest — supervisory expectation, not a statute with penalties.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MAPPING PRINCIPLE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set of evidence, multiple regulatory lenses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red-team finding is mapped to a control. The same finding can satisfy several regimes at once — you gather evidence once and read it through multiple lenses.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154680" y="2148840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3154680" y="214884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prompt-injection probe → hit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 flipH="1">
            <a:off x="1298448" y="2807208"/>
            <a:ext cx="3273552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539496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539496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39496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Art. 15(5)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 flipH="1">
            <a:off x="2935224" y="2807208"/>
            <a:ext cx="1636776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2176272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2176272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176272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Art. 24–25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0" y="2807208"/>
            <a:ext cx="0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3813048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3813048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FCA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3813048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 tolerance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0" y="2807208"/>
            <a:ext cx="1636776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5449824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449824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3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449824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 2.7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0" y="2807208"/>
            <a:ext cx="3273552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3"/>
          <p:cNvSpPr/>
          <p:nvPr/>
        </p:nvSpPr>
        <p:spPr>
          <a:xfrm>
            <a:off x="7086600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7086600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3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AI Risk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7086600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Misuse / security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42611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 today: --regimes us encodes NIST AI RMF · Federal MRM. Default pack remains eu_uk; combine with --regimes eu_uk,us.</a:t>
            </a:r>
            <a:r>
              <a:rPr lang="en-US" sz="11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502920" y="453542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TOOLKIT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red-team libraries, three blind spots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4475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685800" y="160934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1732788"/>
            <a:ext cx="265176" cy="265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371600" y="1901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200400" y="170078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3200400" y="170078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Single-turn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526280" y="153619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endpoint scanning — the pre-deploy “nmap for LLMs.”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40487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85800" y="256946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" y="2692908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5146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AgentDojo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371600" y="2862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eval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200400" y="266090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3200400" y="266090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526280" y="249631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through untrusted tool data — the agent-specific threat.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02920" y="336499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685800" y="352958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" y="3653028"/>
            <a:ext cx="265176" cy="26517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71600" y="3474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PyRIT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1371600" y="3822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3200400" y="362102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2"/>
          <p:cNvSpPr/>
          <p:nvPr/>
        </p:nvSpPr>
        <p:spPr>
          <a:xfrm>
            <a:off x="3200400" y="362102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4526280" y="34564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Orchestrated, stateful attack campaigns — decoupled; red-team an agent via an injected target.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02920" y="444398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passes a garak scan can still be hijacked through a tool result, or coerced over several turns. No single tool is enough.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2" name="Text 26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ALREADY OWN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PyRIT carry-over, decoupled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3931920" cy="2697480"/>
          </a:xfrm>
          <a:prstGeom prst="roundRect">
            <a:avLst>
              <a:gd name="adj" fmla="val 271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31520" y="16276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wholesale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1956816"/>
            <a:ext cx="3520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AgentFrameworkTarget(PromptTarget)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~20 lines of PyRIT-specific code we own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PromptSendingAttack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by SelfAskRefusalScorer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a target_factory to red-team any agent — the rest is unchanged.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09160" y="1463040"/>
            <a:ext cx="3931920" cy="2697480"/>
          </a:xfrm>
          <a:prstGeom prst="roundRect">
            <a:avLst>
              <a:gd name="adj" fmla="val 2712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4937760" y="1682496"/>
            <a:ext cx="457200" cy="457200"/>
          </a:xfrm>
          <a:prstGeom prst="ellipse">
            <a:avLst/>
          </a:prstGeom>
          <a:solidFill>
            <a:srgbClr val="C98A2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4937760" y="1682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5486400" y="1755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 that carries over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937760" y="23317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SelfAskRefusalScorer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means the refusal was detected.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agent behaving well — not a jailbreak.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normalises a “hit” as a non-refusal.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RUNS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stages → mapper → gate</a:t>
            </a:r>
            <a:endParaRPr lang="en-US" sz="2700" dirty="0"/>
          </a:p>
        </p:txBody>
      </p:sp>
      <p:pic>
        <p:nvPicPr>
          <p:cNvPr id="6" name="Image 1" descr="/home/claude/deck/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08760"/>
            <a:ext cx="8046720" cy="3017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Exam-ready tolerance, made numeric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probe category carries a maximum acceptable attack-success rate (ASR). The build fails if any category exceeds it — stricter where the blast radius is larger.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23317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 26-02 monitoring
=
max attack-success rate</a:t>
            </a:r>
            <a:endParaRPr lang="en-US" sz="1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4F6B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/>
            </a:r>
            <a:endParaRPr lang="en-US" sz="1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/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0292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…the same control, executable in CI.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40680" y="11247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5F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DEFAULT_TOLERANCES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40680" y="141732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5605272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harmful_action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91272" y="1490472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BE4A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7891272" y="149047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40680" y="1911096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5605272" y="191109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tool_injection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891272" y="1984248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BE4A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7891272" y="1984248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40680" y="2404872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605272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data_leakage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891272" y="2478024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BE4A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7891272" y="2478024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40680" y="2898648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605272" y="28986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891272" y="2971800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7891272" y="2971800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40680" y="3392424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5605272" y="33924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prompt_injection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891272" y="3465576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6"/>
          <p:cNvSpPr/>
          <p:nvPr/>
        </p:nvSpPr>
        <p:spPr>
          <a:xfrm>
            <a:off x="7891272" y="3465576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40680" y="388620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8"/>
          <p:cNvSpPr/>
          <p:nvPr/>
        </p:nvSpPr>
        <p:spPr>
          <a:xfrm>
            <a:off x="5605272" y="3886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toxicity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891272" y="3959352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0"/>
          <p:cNvSpPr/>
          <p:nvPr/>
        </p:nvSpPr>
        <p:spPr>
          <a:xfrm>
            <a:off x="7891272" y="395935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mapping in code — compliance.py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4800600" cy="2788920"/>
          </a:xfrm>
          <a:prstGeom prst="roundRect">
            <a:avLst>
              <a:gd name="adj" fmla="val 2623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58952" y="1664208"/>
            <a:ext cx="4480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Control(
  regulation="NIST AI RMF",
  ref="MEASURE 2.7",
  binding="guidance",
  stages=(GARAK, AGENTDOJO, PYRIT),
  categories=("prompt_injection",
    "tool_injection", "jailbreak"),
)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577840" y="1463040"/>
            <a:ext cx="3063240" cy="804672"/>
          </a:xfrm>
          <a:prstGeom prst="roundRect">
            <a:avLst>
              <a:gd name="adj" fmla="val 9091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5760720" y="1645920"/>
            <a:ext cx="420624" cy="420624"/>
          </a:xfrm>
          <a:prstGeom prst="ellipse">
            <a:avLst/>
          </a:prstGeom>
          <a:solidFill>
            <a:srgbClr val="2E9A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732" y="174193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27648" y="153619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 </a:t>
            </a: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every evidencing stage ran and stayed within tolerance.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577840" y="2377440"/>
            <a:ext cx="3063240" cy="804672"/>
          </a:xfrm>
          <a:prstGeom prst="roundRect">
            <a:avLst>
              <a:gd name="adj" fmla="val 9091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5760720" y="2560320"/>
            <a:ext cx="420624" cy="420624"/>
          </a:xfrm>
          <a:prstGeom prst="ellipse">
            <a:avLst/>
          </a:prstGeom>
          <a:solidFill>
            <a:srgbClr val="C98A2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732" y="2656332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27648" y="245059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not_evidenced  </a:t>
            </a: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stage was skipped — never silently “pass.”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577840" y="3291840"/>
            <a:ext cx="3063240" cy="960120"/>
          </a:xfrm>
          <a:prstGeom prst="roundRect">
            <a:avLst>
              <a:gd name="adj" fmla="val 7619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2"/>
          <p:cNvSpPr/>
          <p:nvPr/>
        </p:nvSpPr>
        <p:spPr>
          <a:xfrm>
            <a:off x="5779008" y="3419856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Phase-3 guard, again: </a:t>
            </a:r>
            <a:r>
              <a:rPr lang="en-US" sz="11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 you didn’t test must never render as one you passed.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ENGINE SITS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review gate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3949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104241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104241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3949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profile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02082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218541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268833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268833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218541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24028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tier · datasets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6674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383133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0E7C6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4334256" y="1965960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433425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383133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88620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1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 · scorers · policy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31266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547725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2"/>
          <p:cNvSpPr/>
          <p:nvPr/>
        </p:nvSpPr>
        <p:spPr>
          <a:xfrm>
            <a:off x="598017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598017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547725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53212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reviewer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95858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Shape 27"/>
          <p:cNvSpPr/>
          <p:nvPr/>
        </p:nvSpPr>
        <p:spPr>
          <a:xfrm>
            <a:off x="712317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8"/>
          <p:cNvSpPr/>
          <p:nvPr/>
        </p:nvSpPr>
        <p:spPr>
          <a:xfrm>
            <a:off x="762609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762609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12317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717804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record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02920" y="345643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777240" y="3456432"/>
            <a:ext cx="7589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engine automates stage 3 (Assess) and feeds stage 5 (Decide). </a:t>
            </a:r>
            <a:r>
              <a:rPr lang="en-US" sz="12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Intake, Scope and human Probe are the governance wrapper around it — people and policy, not code.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502920" y="4370832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E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2BB89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gate blocks a merge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5074920" cy="3291840"/>
          </a:xfrm>
          <a:prstGeom prst="roundRect">
            <a:avLst>
              <a:gd name="adj" fmla="val 1667"/>
            </a:avLst>
          </a:prstGeom>
          <a:solidFill>
            <a:srgbClr val="07211D"/>
          </a:solidFill>
          <a:ln w="12700">
            <a:solidFill>
              <a:srgbClr val="0B5F4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31520" y="1481328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uv run safety-engine --demo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[garak    ] ran: 5 probes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[agentdojo] ran: 4 probes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[pyrit    ] ran: 4 probes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 tolerance gate: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E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[ok  ] data_leakage      5%  (tol 5%)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E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[ok  ] jailbreak         5%  (tol 10%)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[FAIL] prompt_injection 15%  (tol 10%)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[FAIL] tool_injection   13%  (tol 5%)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0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Overall: FAIL</a:t>
            </a: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exit 1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532120" y="1371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finding, brought forward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532120" y="17556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failing category is prompt_injection — the same delayed-compliance case a human would surface only by hand: the agent refuses, then appends an override to a tool argument.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53212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finds it once. </a:t>
            </a:r>
            <a:r>
              <a:rPr lang="en-US" sz="1300" b="1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catches it for you — and proves you caught it.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as a decision package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not just pass or fail. Each run writes a decision package the app team can act on and the governance team can revisit.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49224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9224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· request changes · reject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69464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2715768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Per-category gate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715768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ASR vs tolerance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36008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4782312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782312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status per regime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02552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6848856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848856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breaching controls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346704"/>
            <a:ext cx="8138160" cy="1024128"/>
          </a:xfrm>
          <a:prstGeom prst="roundRect">
            <a:avLst>
              <a:gd name="adj" fmla="val 7143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777240" y="3346704"/>
            <a:ext cx="7589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</a:t>
            </a: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versioned JSON + Markdown artifact in runs/.   </a:t>
            </a:r>
            <a:r>
              <a:rPr lang="en-US" sz="120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scale: </a:t>
            </a: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record like W&amp;B Weave — traces, scorer evidence, release comparisons and production monitoring in one place.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2920" y="4425696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goes next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502920" y="1801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22037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+ traces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971800" y="2125980"/>
            <a:ext cx="365760" cy="0"/>
          </a:xfrm>
          <a:prstGeom prst="line">
            <a:avLst/>
          </a:prstGeom>
          <a:noFill/>
          <a:ln w="31750">
            <a:solidFill>
              <a:srgbClr val="D5E7E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337560" y="160020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0E7C6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3337560" y="1801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Pre-deployment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337560" y="22037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1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(today)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2125980"/>
            <a:ext cx="365760" cy="0"/>
          </a:xfrm>
          <a:prstGeom prst="line">
            <a:avLst/>
          </a:prstGeom>
          <a:noFill/>
          <a:ln w="31750">
            <a:solidFill>
              <a:srgbClr val="D5E7E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6172200" y="160020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172200" y="1801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172200" y="22037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+ drift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27889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traces feed back as new evaluation rows, new probes, and triggers for reassessment — the same evidence loop, running after deployment.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3383280"/>
            <a:ext cx="2587752" cy="1143000"/>
          </a:xfrm>
          <a:prstGeom prst="roundRect">
            <a:avLst>
              <a:gd name="adj" fmla="val 64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85800" y="3547872"/>
            <a:ext cx="402336" cy="402336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" y="3625596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216152" y="3529584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target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85800" y="395020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provider to PYRIT_BUILDABLE_PROVIDERS or inject a target_factory; only the LIVE SEAM changes.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3273552" y="3383280"/>
            <a:ext cx="2587752" cy="1143000"/>
          </a:xfrm>
          <a:prstGeom prst="roundRect">
            <a:avLst>
              <a:gd name="adj" fmla="val 64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0"/>
          <p:cNvSpPr/>
          <p:nvPr/>
        </p:nvSpPr>
        <p:spPr>
          <a:xfrm>
            <a:off x="3456432" y="3547872"/>
            <a:ext cx="402336" cy="402336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2444" y="3625596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3986784" y="3529584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probe stage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3456432" y="395020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reviewer-pinned findings to the decision record.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6044184" y="3383280"/>
            <a:ext cx="2587752" cy="1143000"/>
          </a:xfrm>
          <a:prstGeom prst="roundRect">
            <a:avLst>
              <a:gd name="adj" fmla="val 64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4"/>
          <p:cNvSpPr/>
          <p:nvPr/>
        </p:nvSpPr>
        <p:spPr>
          <a:xfrm>
            <a:off x="6227064" y="3547872"/>
            <a:ext cx="402336" cy="402336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3076" y="3625596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757416" y="3529584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lenses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6227064" y="395020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NIST AI RMF and MIT AI Risk categories into the mapper.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E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4023360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57784" y="4023360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795528" y="4023360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33272" y="4023360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271016" y="4023360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508760" y="4023360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20040" y="4261104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57784" y="4261104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795528" y="4261104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033272" y="4261104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271016" y="4261104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1508760" y="4261104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20040" y="4498848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57784" y="4498848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95528" y="4498848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033272" y="4498848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1271016" y="4498848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1508760" y="4498848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20040" y="4736592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57784" y="4736592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95528" y="4736592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1033272" y="4736592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1271016" y="4736592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508760" y="4736592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029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TAKEAWAYS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914400"/>
            <a:ext cx="548640" cy="54864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02920" y="914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252728" y="868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Red-teaming is now exam-ready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252728" y="1197864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MEASURE and federal MRM both reward repeatable, documented adversarial testing — guidance and supervisory lenses, not silent certification.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02920" y="1847088"/>
            <a:ext cx="548640" cy="54864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029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252728" y="180136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gate, not the scan, is the deliverable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252728" y="213055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 produces findings; an engine produces a verdict, an audit artifact, and a remediation list.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02920" y="2779776"/>
            <a:ext cx="548640" cy="54864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502920" y="27797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1252728" y="2734056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tools, three blind spots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1252728" y="30632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garak for breadth, AgentDojo for tool injection, PyRIT for multi-turn — each catches what the others miss.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02920" y="3822192"/>
            <a:ext cx="8138160" cy="0"/>
          </a:xfrm>
          <a:prstGeom prst="line">
            <a:avLst/>
          </a:prstGeom>
          <a:noFill/>
          <a:ln w="12700">
            <a:solidFill>
              <a:srgbClr val="0B5F4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502920" y="39684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  README · docs/US_COMPLIANCE.md · docs/REGULATORY_RESEARCH.md §4.5 · docs/pipeline.svg · .github/workflows/safety-trust.yml</a:t>
            </a:r>
            <a:r>
              <a:rPr lang="en-US" sz="10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Salvador Huertas Romero — Senior AI/ML Engineer        Questions?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LIVE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now runs end-to-end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4475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685800" y="160934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" y="1732788"/>
            <a:ext cx="265176" cy="265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 garak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371600" y="1901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200400" y="170078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3200400" y="170078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engine= routing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526280" y="153619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filter blocks DAN (jailbreak 0%); base64 bypasses ~60% → gate FAIL.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40487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85800" y="256946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2692908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5146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AgentDojo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371600" y="2862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eval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200400" y="266090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3200400" y="266090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+ ingest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526280" y="249631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injection_task_scorer parsed from a real .eval; ingest pre-run logs via --agentdojo-logs.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02920" y="336499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685800" y="352958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" y="3653028"/>
            <a:ext cx="265176" cy="26517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71600" y="3474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1371600" y="3822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3200400" y="362102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2"/>
          <p:cNvSpPr/>
          <p:nvPr/>
        </p:nvSpPr>
        <p:spPr>
          <a:xfrm>
            <a:off x="3200400" y="362102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4526280" y="34564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Enforcing safety-gate blocks a PR on any tolerance breach; lint+test + nightly live. CI green.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02920" y="444398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latent false-PASS bugs (zstd .eval container, inverted score polarity) caught only by checking against real tool output — fixed and tested.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2" name="Text 26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2580</Words>
  <Application>Microsoft Office PowerPoint</Application>
  <PresentationFormat>On-screen Show (16:9)</PresentationFormat>
  <Paragraphs>296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 Safety &amp; Trust Engine</dc:title>
  <dc:subject>PptxGenJS Presentation</dc:subject>
  <dc:creator>Juan Salvador Huertas Romero</dc:creator>
  <cp:lastModifiedBy>Jan SHR</cp:lastModifiedBy>
  <cp:revision>2</cp:revision>
  <dcterms:created xsi:type="dcterms:W3CDTF">2026-06-12T08:36:40Z</dcterms:created>
  <dcterms:modified xsi:type="dcterms:W3CDTF">2026-07-02T09:29:28Z</dcterms:modified>
</cp:coreProperties>
</file>